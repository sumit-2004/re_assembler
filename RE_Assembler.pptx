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Pitch: I built a tool that explains real disassembled Windows DLLs in plain English, grounded on a real disassembler so it can't make up facts. Replace [Your Name] and add the repo link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I genuinely used Ghidra, IDA Free and ILSpy. They're powerful but assume you can read assembly. ILSpy's instant C# for .NET is the experience I wanted for native DLLs. The gap: none explain intent in plain English, offline, with anti-hallucination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keeps it a realistic student project. The hard rule — the model never invents facts — is what the whole architecture is built to enforce.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design decision. A 7B model cannot reliably turn bytes into instructions, so it never tries. It only explains facts the disassembler already produced, and the validator checks every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 1 fixed pipeline. Bottom-up: explain every block, then each function from its block notes, then a whole-DLL overview. The dashed screenshot path (Qwen-VL) is an optional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where due. I didn't reinvent disassembly — I reuse Ghidra/radare2 for facts, borrow IDA's graph UX, route .NET to ILSpy, and take the agent-with-evidence pattern from REA. My contribution is wiring these into an offline, validated, plain-English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stack is free and runs offline. The headline addition over the plan: Capstone, so the disassembly and graph work on plain Windows — radare2/Ghidra stay the richer backend on the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1. The process/DLL browser solves the real annoyance: finding the DLL. ToolHelp32 via ctypes lists loaded modules with paths. Shown: live triage of cryptnet.dll — arch, hashes, ASLR/DEP/CFG.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2, the headline. Real recursive-descent CFG recovery with Capstone — runs on plain Windows, no WSL. Screenshot is bcryptPrimitives.dll. Honest line: full C decompilation is Ghidra/Hex-Rays; I show the true branch skeleton and the LLM supplies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the output trustworthy. The name check is pure Python and unit-tested. Emphasise: an invented API is caught automatically and flagged, not presented as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turns the fixed pipeline into an agent, exactly the REA idea. The model plans; the tools observe; the evidence log records every call. The same MCP server can be driven by Claude Code to measure how far the local model is from a frontier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model is the spine. Observed/inferred/unknown with citations, and a validator that mechanically downgrades any 'observed' claim it can't back up. This is unit-tested and runs with no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Rigorous eval because I own the ground truth. Four variants per function stress the model on optimisation and stripping. The results table from the four experiments is the strongest part of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results. The 132/215 number is a real run against a Windows system DLL. Everything in the static + native-graph + evidence path works today; the radare2/Ollama-heavy stages run on the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and ethics earns marks and is just correct. Key ethical line: only your own / open-source / licensed binaries, and the tool never runs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momentum and the deliverables: source, GitHub, test DLLs, slides. Fill in the repo URL and your username. Stretch goals show you know where it goes next (LoRA/LLM4Decompile, ARM64, xrefs, real decompiler).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029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9162288" y="57607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0x18000ab90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162288" y="8686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rbx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rsp, 0x20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16002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39328" y="16733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loc_abbc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39328" y="19659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rax,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ecx, ecx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966960" y="16002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76688" y="16733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loc_abc4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076688" y="19659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edx, edx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 0x...abff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0" y="1143000"/>
            <a:ext cx="-822960" cy="457200"/>
          </a:xfrm>
          <a:prstGeom prst="line">
            <a:avLst/>
          </a:prstGeom>
          <a:noFill/>
          <a:ln w="28575">
            <a:solidFill>
              <a:srgbClr val="1FA4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58400" y="1143000"/>
            <a:ext cx="914400" cy="45720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2240280"/>
            <a:ext cx="0" cy="274320"/>
          </a:xfrm>
          <a:prstGeom prst="line">
            <a:avLst/>
          </a:prstGeom>
          <a:noFill/>
          <a:ln w="28575">
            <a:solidFill>
              <a:srgbClr val="2A6BD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ASSEMBLY EXPLAINER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reverse-engineering assistant for Windows DLLs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767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disassembler supplies the facts  ·  the model only explains them  ·  every claim is validated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" y="4846320"/>
            <a:ext cx="4114800" cy="0"/>
          </a:xfrm>
          <a:prstGeom prst="line">
            <a:avLst/>
          </a:prstGeom>
          <a:noFill/>
          <a:ln w="25400">
            <a:solidFill>
              <a:srgbClr val="1FA4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Work — Reverse Engineering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  ·   special.projects@rru.ac.in   ·   Oct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Ghidra, IDA Free &amp; ILSpy — to an explainer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7E3D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C7E3D0"/>
          </a:solidFill>
          <a:ln w="19050">
            <a:solidFill>
              <a:srgbClr val="1FA4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482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Ghidra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NSA's free decompiler. Superb pseudo-C and CFGs — but reading them still demands fluent assembly.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CFE0F5"/>
          </a:solidFill>
          <a:ln w="19050">
            <a:solidFill>
              <a:srgbClr val="2A6B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482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6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 Free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gold-standard graph view and the green/red/blue edge convention I learned RE 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6E3C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F6E3C2"/>
          </a:solidFill>
          <a:ln w="19050">
            <a:solidFill>
              <a:srgbClr val="D99A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0482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084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ILSpy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.NET DLL straight into C# — the 'just explain it to me' feel I wanted for native code too.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109960" cy="173736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show you the code. None </a:t>
            </a:r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it does</a:t>
            </a:r>
            <a:pPr indent="0" marL="0">
              <a:buNone/>
            </a:pPr>
            <a:r>
              <a:rPr lang="en-US" sz="15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plain English, fully offline, with guardrails against making things up. So I built a pipeline where a real disassembler produces the facts and a local LLM only narrates them — and a validator catches it when it names something that isn't in the bytes.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analyses — and the one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x86 / x64 Windows DLLs (PE)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.lib archives and Linux .so (ELF)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DLLs → ILSpy-style C# branch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own, open-source, or licensed binaries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/ obfuscated (VMProtect, Themida)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UPX can be unpacked first (upx -d)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binary — analysis is read-only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facts the tools didn't observe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any supported DLL in plain English, 100% offline, where the model may never state a fact the disassembler did not produce.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let the LLM disassemble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 are ordinary, deterministic code — always correct. Only stage 5 uses the model, and stage 6 catches it when it names something not in the assembly.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Parse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LIEF / pefile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4288" y="3200400"/>
            <a:ext cx="73152" cy="0"/>
          </a:xfrm>
          <a:prstGeom prst="line">
            <a:avLst/>
          </a:prstGeom>
          <a:noFill/>
          <a:ln w="28575">
            <a:solidFill>
              <a:srgbClr val="5E6B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871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Disassemble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radare2 · Capstone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33088" y="3200400"/>
            <a:ext cx="73152" cy="0"/>
          </a:xfrm>
          <a:prstGeom prst="line">
            <a:avLst/>
          </a:prstGeom>
          <a:noFill/>
          <a:ln w="28575">
            <a:solidFill>
              <a:srgbClr val="5E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159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Decompile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r2ghidra pseudo-C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3200400"/>
            <a:ext cx="73152" cy="0"/>
          </a:xfrm>
          <a:prstGeom prst="line">
            <a:avLst/>
          </a:prstGeom>
          <a:noFill/>
          <a:ln w="28575">
            <a:solidFill>
              <a:srgbClr val="5E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350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1E2E42"/>
          </a:solidFill>
          <a:ln w="12700">
            <a:solidFill>
              <a:srgbClr val="1E2E4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447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Build context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· strings · 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90688" y="3200400"/>
            <a:ext cx="73152" cy="0"/>
          </a:xfrm>
          <a:prstGeom prst="line">
            <a:avLst/>
          </a:prstGeom>
          <a:noFill/>
          <a:ln w="28575">
            <a:solidFill>
              <a:srgbClr val="5E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638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735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Explain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A1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Qwen2.5-Coder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19488" y="3200400"/>
            <a:ext cx="73152" cy="0"/>
          </a:xfrm>
          <a:prstGeom prst="line">
            <a:avLst/>
          </a:prstGeom>
          <a:noFill/>
          <a:ln w="28575">
            <a:solidFill>
              <a:srgbClr val="5E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92640" y="2514600"/>
            <a:ext cx="1755648" cy="1371600"/>
          </a:xfrm>
          <a:prstGeom prst="roundRect">
            <a:avLst>
              <a:gd name="adj" fmla="val 4000"/>
            </a:avLst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02368" y="26974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Validate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320040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+ JSON check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256032" cy="256032"/>
          </a:xfrm>
          <a:prstGeom prst="rect">
            <a:avLst/>
          </a:prstGeom>
          <a:solidFill>
            <a:srgbClr val="1E2E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cannot hallucinate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4206240"/>
            <a:ext cx="256032" cy="256032"/>
          </a:xfrm>
          <a:prstGeom prst="rect">
            <a:avLst/>
          </a:prstGeom>
          <a:solidFill>
            <a:srgbClr val="D99A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10912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explains only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0" y="4206240"/>
            <a:ext cx="256032" cy="256032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77072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— rejects invented facts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boundary:  </a:t>
            </a:r>
            <a:pPr indent="0" marL="0">
              <a:buNone/>
            </a:pPr>
            <a:r>
              <a:rPr lang="en-US" sz="15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true about the binary is produced before the model speaks. The LLM reasons over those facts and is checked afterwards — it is the one component that is never trusted on its own.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explain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9019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Input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945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 / LIB / .so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/ x64 native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33172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8288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38728" y="19019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Parse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1945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arch, exports,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imports, strings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19088" y="19019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Disassemble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1945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blocks,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CFG, pseudo-C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233172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18288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9019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Context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1945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block: asm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strings, 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1FA4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" y="3364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Graph + report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65760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· interactive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Markdown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379476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32918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1FA4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538728" y="3364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Validate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538728" y="365760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checked vs asm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re-ask on mismatch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79476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32918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D99A1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19088" y="3364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Explain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365760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 7B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output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0" y="3794760"/>
            <a:ext cx="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89720" y="329184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2E42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469880" y="2880360"/>
            <a:ext cx="-2834640" cy="411480"/>
          </a:xfrm>
          <a:prstGeom prst="line">
            <a:avLst/>
          </a:prstGeom>
          <a:noFill/>
          <a:ln w="28575">
            <a:solidFill>
              <a:srgbClr val="D99A1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09360" y="3817620"/>
            <a:ext cx="-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429000" y="3817620"/>
            <a:ext cx="-27432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28116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 Qwen2.5-VL screenshot path can feed the same output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0C1826"/>
          </a:solidFill>
          <a:ln w="12700">
            <a:solidFill>
              <a:srgbClr val="2A3C5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 explanations are keyed by basic-block hash in SQLite — re-runs are instant, and a block explained once is never re-billed to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Ghidra, IDA, ILSpy &amp; REA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1FA4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39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Ghidra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9385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Decompiler &amp; CFG recovery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01952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decompiler (via the r2ghidra plugin) gives the model pseudo-C context; its basic-block model shapes my extraction.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0088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2A6B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063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 Free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9626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view &amp; edge colours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92608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emulate its function graph and the green=taken / red=fall-through / blue=unconditional edge convention.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1421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99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87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ILSpy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9867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decompilation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9502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managed-code branch: a CLR header routes the DLL to ILSpy-style C# instead of the native pipeline.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03834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1114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5010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Agentic, evidence-first RE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974336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Assistant's pattern: the LLM plans which tool to call, tools observe, and every claim carries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free, offline, Python 3.11+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62179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parsing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647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pefile / LIEF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76479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Arch, exports, imports, sections, entropy, .NET detection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865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(Windows)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3865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3865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x86/x64 — real CFG recovery with no WSL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109960" cy="62179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083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+ decompile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0083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radare2 + r2ghidra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00837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CFG, xrefs and pseudo-C on the Linux VM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301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runtime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630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+ Qwen2.5-Coder 7B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63016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offline model that only explains the facts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11109960" cy="62179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519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2519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Graphviz + Cytoscape.js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2519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SVG and an interactive clickable CFG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737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evidence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87375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Block-hash cache + the agent's tamper-evident evidence log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22392"/>
            <a:ext cx="11109960" cy="621792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495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54955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6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Tkinter GUI · MCP server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549554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 browser + graph view; same tools for Claude Code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TOOL ·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DLL browser — no more hunting for paths</a:t>
            </a:r>
            <a:endParaRPr lang="en-US" sz="3200" dirty="0"/>
          </a:p>
        </p:txBody>
      </p:sp>
      <p:pic>
        <p:nvPicPr>
          <p:cNvPr id="4" name="Image 0" descr="shot_brow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8138160" cy="4837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8138160" cy="4837176"/>
          </a:xfrm>
          <a:prstGeom prst="rect">
            <a:avLst/>
          </a:prstGeom>
          <a:ln w="12700">
            <a:solidFill>
              <a:srgbClr val="C9D4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0391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processes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31821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scan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43251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analysis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5257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55595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via ctypes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TOOL · 2  — HEADLINE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IDA-style graph view, on Windows, no WSL</a:t>
            </a:r>
            <a:endParaRPr lang="en-US" sz="3200" dirty="0"/>
          </a:p>
        </p:txBody>
      </p:sp>
      <p:pic>
        <p:nvPicPr>
          <p:cNvPr id="4" name="Image 0" descr="shot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8138160" cy="4306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8138160" cy="4306824"/>
          </a:xfrm>
          <a:prstGeom prst="rect">
            <a:avLst/>
          </a:prstGeom>
          <a:ln w="12700">
            <a:solidFill>
              <a:srgbClr val="C9D4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0391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graph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30906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edge colours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41422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 panel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887968" y="4983480"/>
            <a:ext cx="2889504" cy="1371600"/>
          </a:xfrm>
          <a:prstGeom prst="roundRect">
            <a:avLst>
              <a:gd name="adj" fmla="val 4000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052560" y="51206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bcryptPrimitives.dll &amp;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cryptnet.dll — 132 blocks / 215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recovered, all four edge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prologue correct.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THE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control: the validator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 model explains well with rich context and a strict format — and invents things without. Five guards keep it honest: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578608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5968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14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check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157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the model names must appear in the block's asm or imports — else re-ask once, then mark 'unverified'.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2578608"/>
            <a:ext cx="420624" cy="420624"/>
          </a:xfrm>
          <a:prstGeom prst="ellipse">
            <a:avLst/>
          </a:prstGeom>
          <a:solidFill>
            <a:srgbClr val="2A6B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25968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14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check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7157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must parse to the fixed schema; Ollama's format=json makes failures rare, rejected ones retry.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721608"/>
            <a:ext cx="420624" cy="420624"/>
          </a:xfrm>
          <a:prstGeom prst="ellipse">
            <a:avLst/>
          </a:prstGeom>
          <a:solidFill>
            <a:srgbClr val="D99A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7398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temperature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8587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keeps explanations stable and repeatable between runs.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3721608"/>
            <a:ext cx="420624" cy="420624"/>
          </a:xfrm>
          <a:prstGeom prst="ellipse">
            <a:avLst/>
          </a:prstGeom>
          <a:solidFill>
            <a:srgbClr val="2A6B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19088" y="37398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examples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8587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hand-written examples from my own test DLLs noticeably lift small-model quality.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64608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8828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700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50017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functions are explained block-by-block, so nothing falls outside the context window.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217920" y="342900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44652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Guarantee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9319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may never state an API, constant or address that the tools did not observe. If it does, the claim is downgraded — never shown as fact.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 ·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REA-style agent over an MCP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question; the model picks which analysis tool to call next, reads the result, and loops until it can answer with evidence.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35915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question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it touch the network? Where?"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2860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D99A1C"/>
          </a:solidFill>
          <a:ln w="12700">
            <a:solidFill>
              <a:srgbClr val="D99A1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67328" y="235915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65176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picks the next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1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max 15 steps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2860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76288" y="235915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65176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read-only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for Claude Code)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393192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99448" y="4005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backends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299448" y="429768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pefile · radare2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capa/FLOSS · dnfile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93192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767328" y="4005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log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429768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6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→ E1, E2…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" y="4005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29768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· inferred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 + graphs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2880360"/>
            <a:ext cx="64008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26480" y="2880360"/>
            <a:ext cx="64008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01000" y="3474720"/>
            <a:ext cx="1508760" cy="45720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92040" y="3474720"/>
            <a:ext cx="0" cy="457200"/>
          </a:xfrm>
          <a:prstGeom prst="line">
            <a:avLst/>
          </a:prstGeom>
          <a:noFill/>
          <a:ln w="28575">
            <a:solidFill>
              <a:srgbClr val="1FA46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0" y="4526280"/>
            <a:ext cx="-640080" cy="0"/>
          </a:xfrm>
          <a:prstGeom prst="line">
            <a:avLst/>
          </a:prstGeom>
          <a:noFill/>
          <a:ln w="28575">
            <a:solidFill>
              <a:srgbClr val="6E86A6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two front-ends: my local Qwen agent for the offline demo, and Claude Code over MCP as a strong-model upper-bound reference.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SEPARATES IT FROM A CHATBOT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statement carries a label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E3D0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1FA4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93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directly from the binary by a tool.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017520" cy="658368"/>
          </a:xfrm>
          <a:prstGeom prst="rect">
            <a:avLst/>
          </a:prstGeom>
          <a:solidFill>
            <a:srgbClr val="F3F6FB"/>
          </a:solidFill>
          <a:ln w="12700">
            <a:solidFill>
              <a:srgbClr val="C7E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"imports RegSetValueExW [E3]"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6E3C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D99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093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INFERRED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reading of observed facts.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17720" y="3611880"/>
            <a:ext cx="3017520" cy="658368"/>
          </a:xfrm>
          <a:prstGeom prst="rect">
            <a:avLst/>
          </a:prstGeom>
          <a:solidFill>
            <a:srgbClr val="F3F6FB"/>
          </a:solidFill>
          <a:ln w="12700">
            <a:solidFill>
              <a:srgbClr val="F6E3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"likely writes a config value [E3,E7]"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1168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5E6B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093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but not answerable statically.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0" y="3611880"/>
            <a:ext cx="3017520" cy="658368"/>
          </a:xfrm>
          <a:prstGeom prst="rect">
            <a:avLst/>
          </a:prstGeom>
          <a:solidFill>
            <a:srgbClr val="F3F6FB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22208" y="3675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"which registry hive at runtime"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8097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138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report is written, every cited E-id must exist and every API/address in an 'observed' line must appear in that evidence. Statements that fail are downgraded to 'inferred' or dropped.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 MEASURE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on DLLs I compiled myself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compile the test DLLs, the C source is the answer key for every explanation — so accuracy is gradable.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accuracy (1–5 vs source)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Name-check pass rate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Function-name guess on stripped DLLs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validity &amp; false 'observed' rate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and seconds per question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8892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7B vs 14B as planner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vs without pseudo-C in the prompt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-O0 vs -O2 (optimised is harder)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vs screenshot (Qwen-VL)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vs Claude Code over MCP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38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C functions (array sum, string ops, XOR cipher, checksum, state machine, recursion, a registry-writing WinAPI call) × 4 builds each: -O0 / -O2 × with / without symbols.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STANDS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 / 215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/ edges recovered on cryptnet.dll (Capstone)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B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MCP analysis tools, shared by both front-ends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no data leaves the machine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109960" cy="2194560"/>
          </a:xfrm>
          <a:prstGeom prst="roundRect">
            <a:avLst>
              <a:gd name="adj" fmla="val 2500"/>
            </a:avLst>
          </a:prstGeom>
          <a:solidFill>
            <a:srgbClr val="0C1826"/>
          </a:solidFill>
          <a:ln w="12700">
            <a:solidFill>
              <a:srgbClr val="2A3C5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components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triage, exports &amp; imports — tested on Windows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Windows-native CFG graph view (Capstone) — no WSL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DLL browser GUI with one-click analysis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log, labels &amp; report validator — unit-tested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+ local Qwen agent loop — wired end to end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ethics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Optimised code is hard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still slip on -O2; the name check catches invented APIs, not every wrong explanation.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585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DLLs have thousands of functions — explain exports first, cache everything, let the user pick the rest.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decompiler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472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panel is a CFG skeleton + LLM intent, not Ghidra/Hex-Rays output.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97180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Packed binaries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472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VMProtect / Themida are out of scope by design.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109960" cy="1600200"/>
          </a:xfrm>
          <a:prstGeom prst="roundRect">
            <a:avLst>
              <a:gd name="adj" fmla="val 3429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5262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FA4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599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only DLLs you compiled yourself, open-source libraries, or software whose licence permits reverse engineering — many commercial EULAs forbid it. The tool is strictly read-only and never executes the binary. This is stated in the report; examiners look for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links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11680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47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579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(assembly, C) pairs — referencing the LLM4Decompile project.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011680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20299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47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ARM64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1579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already handles it; only the prompts change.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12724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44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Xref navigation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552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 call/jmp target to jump to that function.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1E2E42"/>
          </a:solidFill>
          <a:ln w="12700">
            <a:solidFill>
              <a:srgbClr val="33465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108960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9088" y="312724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944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Decompiler integration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2552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Ghidra headless for true pseudo-C alongside the skeleton.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109960" cy="1920240"/>
          </a:xfrm>
          <a:prstGeom prst="roundRect">
            <a:avLst>
              <a:gd name="adj" fmla="val 2857"/>
            </a:avLst>
          </a:prstGeom>
          <a:solidFill>
            <a:srgbClr val="0C1826"/>
          </a:solidFill>
          <a:ln w="12700">
            <a:solidFill>
              <a:srgbClr val="1FA463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 &amp; repository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github.com/Sumit-2004/RE_Assembler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source, the Tkinter GUI, the MCP server, test DLLs and this deck are in the repo.   ·   Thank you.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2026-10-26T15:35:51Z</dcterms:created>
  <dcterms:modified xsi:type="dcterms:W3CDTF">2026-10-26T15:35:51Z</dcterms:modified>
</cp:coreProperties>
</file>